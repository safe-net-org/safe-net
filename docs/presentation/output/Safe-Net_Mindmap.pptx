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eb8b6cc0640c9" /><Relationship Type="http://schemas.openxmlformats.org/officeDocument/2006/relationships/extended-properties" Target="/docProps/app.xml" Id="Rcf4afc50b0d24e7f" /><Relationship Type="http://schemas.openxmlformats.org/officeDocument/2006/relationships/officeDocument" Target="/ppt/presentation.xml" Id="R003cc3f5e85f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a25276a2624270"/>
  </p:sldMasterIdLst>
  <p:notesMasterIdLst>
    <p:notesMasterId xmlns:r="http://schemas.openxmlformats.org/officeDocument/2006/relationships" r:id="Rd374eccfbb4e4056"/>
  </p:notesMasterIdLst>
  <p:sldIdLst>
    <p:sldId xmlns:r="http://schemas.openxmlformats.org/officeDocument/2006/relationships" id="256" r:id="R32250b5df6cd4a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7f0f49549474f" /><Relationship Type="http://schemas.openxmlformats.org/officeDocument/2006/relationships/slideMaster" Target="/ppt/slideMasters/slideMaster1.xml" Id="R31a25276a2624270" /><Relationship Type="http://schemas.openxmlformats.org/officeDocument/2006/relationships/notesMaster" Target="/ppt/notesMasters/notesMaster1.xml" Id="Rd374eccfbb4e4056" /><Relationship Type="http://schemas.openxmlformats.org/officeDocument/2006/relationships/presProps" Target="/ppt/presProps.xml" Id="R730a75002aa743e3" /><Relationship Type="http://schemas.openxmlformats.org/officeDocument/2006/relationships/tableStyles" Target="/ppt/tableStyles.xml" Id="R44a1b0ed2540435b" /><Relationship Type="http://schemas.openxmlformats.org/officeDocument/2006/relationships/slide" Target="/ppt/slides/slide1.xml" Id="R32250b5df6cd4a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f1d811ce4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cc2b7c278c4058" /><Relationship Type="http://schemas.openxmlformats.org/officeDocument/2006/relationships/notesMaster" Target="/ppt/notesMasters/notesMaster1.xml" Id="R9c2c25d5e9bc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component overview. Solid connections show relations between components, not deployment guarantees. Sources: docs/ARCHITECTURE.md and current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47950499b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9a61d726c94080" /><Relationship Type="http://schemas.openxmlformats.org/officeDocument/2006/relationships/slideLayout" Target="/ppt/slideLayouts/slideLayout1.xml" Id="R088e94479466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e94479466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861a3de2d40bc" /><Relationship Type="http://schemas.openxmlformats.org/officeDocument/2006/relationships/notesSlide" Target="/ppt/notesSlides/notesSlide1.xml" Id="R3d81166076b247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534525" y="5248275"/>
            <a:ext cx="533400" cy="161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cxnSp>
        <p:nvCxnSpPr>
          <p:cNvPr id="30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124075" y="5248275"/>
            <a:ext cx="533400" cy="161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cxnSp>
        <p:nvCxnSpPr>
          <p:cNvPr id="31" name=""/>
          <p:cNvCxnSpPr>
            <a:stCxn xmlns:a="http://schemas.openxmlformats.org/drawingml/2006/main" id="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34300" y="3405188"/>
            <a:ext cx="8191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3638550" y="3405188"/>
            <a:ext cx="8191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cxnSp>
        <p:nvCxnSpPr>
          <p:cNvPr id="33" name=""/>
          <p:cNvCxnSpPr>
            <a:stCxn xmlns:a="http://schemas.openxmlformats.org/drawingml/2006/main" id="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734300" y="2181225"/>
            <a:ext cx="8191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638550" y="2181225"/>
            <a:ext cx="8191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A64"/>
            </a:solidFill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ED343-0BAB-4852-934A-A37A63C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Safe-Net: system mindmap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853F-77E1-43D3-B4F9-AA3257E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276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45DB9-8102-47F3-8A12-D4398A0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Safe-Net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4B72-BAE6-4EFA-AAAF-A93992F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0425"/>
            <a:ext cx="2933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Learn a cue. Explain a warning.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E6690-FE4C-4E8B-B48B-4AD8271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9D852-0B4F-4407-9FE4-5654332C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Learning web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332C9-8819-4CC5-A2A6-C3D77FAE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EN/RU courses and simulations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3C905-1D37-420B-9779-DD7E855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47825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796FB-CD38-4192-97D9-77B629BD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022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Guard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AB6F-85D8-45B4-88BE-4AC4FC92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Local URL rules and explanations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75765-5533-44FF-8676-9AB7408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F2E78-8CC7-4D06-AD34-EBDE122A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Learning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EEC0C-4602-4D75-A1D7-9D16637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Auth and server-side grading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4FAD4-05D5-4AE7-9B47-46E881D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81475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27678-D08C-419D-BD85-290ED05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338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Shared rule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9F403-C598-439C-90B2-268490B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244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Web scanner and extension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62FD7-AA8C-4736-8584-BA14993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AE954-537C-47BD-B253-DD6EAE3C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B2190-9F43-4456-BEAC-9356FB5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Per-user progress and certificates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EFBCE-EF46-446A-AB52-98EFCC09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020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11430">
            <a:solidFill>
              <a:srgbClr val="247A6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0C594-5200-48D2-9EEC-FDBB233E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6260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C3D"/>
                </a:solidFill>
                <a:latin typeface="Helvetica Neue"/>
                <a:ea typeface="Helvetica Neue"/>
                <a:cs typeface="Helvetica Neue"/>
              </a:rPr>
              <a:t>Optional ML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2B475-F032-4239-A605-BB5AE5D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95312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16A"/>
                </a:solidFill>
                <a:latin typeface="Helvetica Neue"/>
                <a:ea typeface="Helvetica Neue"/>
                <a:cs typeface="Helvetica Neue"/>
              </a:rPr>
              <a:t>Sanitized URL, opt-in model opinion</a:t>
            </a:r>
          </a:p>
        </p:txBody>
      </p:sp>
    </p:spTree>
    <p:extLst>
      <p:ext uri="{BB962C8B-B14F-4D97-AF65-F5344CB8AC3E}">
        <p14:creationId xmlns:p14="http://schemas.microsoft.com/office/powerpoint/2010/main" val="1572806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2026-09-30T15:06:20.4440000Z</dcterms:created>
  <dcterms:modified xsi:type="dcterms:W3CDTF">2026-09-30T15:06:20.4440000Z</dcterms:modified>
</coreProperties>
</file>